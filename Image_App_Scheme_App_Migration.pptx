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5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Jewellery ERP — Image App &amp; Scheme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D5A3"/>
                </a:solidFill>
                <a:latin typeface="Calibri"/>
              </a:rPr>
              <a:t>License-Key Activation + Multi-Branch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  <a:latin typeface="Calibri"/>
              </a:rPr>
              <a:t>Prepared for review — 30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7543A"/>
                </a:solidFill>
                <a:latin typeface="Calibri"/>
              </a:rPr>
              <a:t>Where We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  <a:latin typeface="Calibri"/>
              </a:rPr>
              <a:t>Two satellite mobile apps, two different problems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700">
                <a:solidFill>
                  <a:srgbClr val="07543A"/>
                </a:solidFill>
              </a:rPr>
              <a:t>Image App —  </a:t>
            </a:r>
            <a:r>
              <a:rPr sz="1600">
                <a:solidFill>
                  <a:srgbClr val="222222"/>
                </a:solidFill>
              </a:rPr>
              <a:t>single build meant for every store, but still used a device-license server + per-store IP address + a legacy PHP backend (test_android1/index.php).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07543A"/>
                </a:solidFill>
              </a:rPr>
              <a:t>Scheme / Savings App —  </a:t>
            </a:r>
            <a:r>
              <a:rPr sz="1600">
                <a:solidFill>
                  <a:srgbClr val="222222"/>
                </a:solidFill>
              </a:rPr>
              <a:t>needed per-tenant, per-branch signup, but branches could only ever be created automatically (one head-office branch) — no way to add more.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07543A"/>
                </a:solidFill>
              </a:rPr>
              <a:t>Super Admin dashboard —  </a:t>
            </a:r>
            <a:r>
              <a:rPr sz="1600">
                <a:solidFill>
                  <a:srgbClr val="222222"/>
                </a:solidFill>
              </a:rPr>
              <a:t>could create a tenant's first license key, but had no way to issue a new/replacement key for an existing tenant, and no branch management UI at all.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07543A"/>
                </a:solidFill>
              </a:rPr>
              <a:t>Goal —  </a:t>
            </a:r>
            <a:r>
              <a:rPr sz="1600">
                <a:solidFill>
                  <a:srgbClr val="222222"/>
                </a:solidFill>
              </a:rPr>
              <a:t>one license key activates a mobile app straight to its tenant's own ERP database — no signup, no login, no per-store IP configuration.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7543A"/>
                </a:solidFill>
                <a:latin typeface="Calibri"/>
              </a:rPr>
              <a:t>What We Found Already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  <a:latin typeface="Calibri"/>
              </a:rPr>
              <a:t>Less new backend work than expected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700">
                <a:solidFill>
                  <a:srgbClr val="07543A"/>
                </a:solidFill>
              </a:rPr>
              <a:t>Product Catalog module —  </a:t>
            </a:r>
            <a:r>
              <a:rPr sz="1600">
                <a:solidFill>
                  <a:srgbClr val="222222"/>
                </a:solidFill>
              </a:rPr>
              <a:t>server/src/routes/productCatalog.js already replicates the PHP backend's search, image upload, exhibition, and order-lifecycle features.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07543A"/>
                </a:solidFill>
              </a:rPr>
              <a:t>Scheme App auth flow —  </a:t>
            </a:r>
            <a:r>
              <a:rPr sz="1600">
                <a:solidFill>
                  <a:srgbClr val="222222"/>
                </a:solidFill>
              </a:rPr>
              <a:t>License Key → Branch Picker → Signup/OTP was already fully wired end-to-end, just missing a way to create additional branches.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07543A"/>
                </a:solidFill>
              </a:rPr>
              <a:t>Tenant-DB resolver —  </a:t>
            </a:r>
            <a:r>
              <a:rPr sz="1600">
                <a:solidFill>
                  <a:srgbClr val="222222"/>
                </a:solidFill>
              </a:rPr>
              <a:t>the auth middleware already resolves each tenant's own database connection straight from the JWT — exactly the mechanism “license key → their database” needed.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07543A"/>
                </a:solidFill>
              </a:rPr>
              <a:t>License backend —  </a:t>
            </a:r>
            <a:r>
              <a:rPr sz="1600">
                <a:solidFill>
                  <a:srgbClr val="222222"/>
                </a:solidFill>
              </a:rPr>
              <a:t>POST /api/license/create already existed and worked — it just had no button anywhere in the UI.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7543A"/>
                </a:solidFill>
                <a:latin typeface="Calibri"/>
              </a:rPr>
              <a:t>What Was Built —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  <a:latin typeface="Calibri"/>
              </a:rPr>
              <a:t>Super Admin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800">
                <a:solidFill>
                  <a:srgbClr val="07543A"/>
                </a:solidFill>
              </a:rPr>
              <a:t>Branch CRUD —  </a:t>
            </a:r>
            <a:r>
              <a:rPr sz="1700">
                <a:solidFill>
                  <a:srgbClr val="222222"/>
                </a:solidFill>
              </a:rPr>
              <a:t>new POST / PUT /api/tenant/branches endpoints, plus an “Add Branch” flow in the tenant detail drawer. Unblocks real multi-branch use for the Scheme App.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07543A"/>
                </a:solidFill>
              </a:rPr>
              <a:t>Issue New License Key —  </a:t>
            </a:r>
            <a:r>
              <a:rPr sz="1700">
                <a:solidFill>
                  <a:srgbClr val="222222"/>
                </a:solidFill>
              </a:rPr>
              <a:t>wired the existing license backend to a real UI action — generates a key, shows it copyable, immediately supersedes the tenant's old key.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7543A"/>
                </a:solidFill>
                <a:latin typeface="Calibri"/>
              </a:rPr>
              <a:t>What Was Built — Image App Auth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  <a:latin typeface="Calibri"/>
              </a:rPr>
              <a:t>License key = the entire authentication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700">
                <a:solidFill>
                  <a:srgbClr val="07543A"/>
                </a:solidFill>
              </a:rPr>
              <a:t>New endpoint —  </a:t>
            </a:r>
            <a:r>
              <a:rPr sz="1600">
                <a:solidFill>
                  <a:srgbClr val="222222"/>
                </a:solidFill>
              </a:rPr>
              <a:t>POST /api/mobile/license-login validates the key and mints a tenant-scoped JWT directly — no username, no password, no OTP.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07543A"/>
                </a:solidFill>
              </a:rPr>
              <a:t>New TenantContext —  </a:t>
            </a:r>
            <a:r>
              <a:rPr sz="1600">
                <a:solidFill>
                  <a:srgbClr val="222222"/>
                </a:solidFill>
              </a:rPr>
              <a:t>activates the license, persists it on-device, and silently re-validates on every app start — so a revoked license locks the app out within a week, with zero user action required otherwise.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07543A"/>
                </a:solidFill>
              </a:rPr>
              <a:t>New LicenseActivation screen —  </a:t>
            </a:r>
            <a:r>
              <a:rPr sz="1600">
                <a:solidFill>
                  <a:srgbClr val="222222"/>
                </a:solidFill>
              </a:rPr>
              <a:t>replaces the old IP-address entry screen entirely.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07543A"/>
                </a:solidFill>
              </a:rPr>
              <a:t>Legacy device-license system removed —  </a:t>
            </a:r>
            <a:r>
              <a:rPr sz="1600">
                <a:solidFill>
                  <a:srgbClr val="222222"/>
                </a:solidFill>
              </a:rPr>
              <a:t>the old per-store-IP / device-registration flow (AppContext.jsx) has been fully retired.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7543A"/>
                </a:solidFill>
                <a:latin typeface="Calibri"/>
              </a:rPr>
              <a:t>Image App — Live Screens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Captured from a real run against the dev database (tenant: Test Tenant / TEST_TENANT)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527048"/>
            <a:ext cx="3407664" cy="4983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_license_acti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550" y="1600200"/>
            <a:ext cx="218818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8" y="6126480"/>
            <a:ext cx="3407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7543A"/>
                </a:solidFill>
                <a:latin typeface="Calibri"/>
              </a:rPr>
              <a:t>1. Activation screen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6928" y="1527048"/>
            <a:ext cx="3407664" cy="4983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2_license_key_ente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6670" y="1600200"/>
            <a:ext cx="2188180" cy="448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76928" y="6126480"/>
            <a:ext cx="3407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7543A"/>
                </a:solidFill>
                <a:latin typeface="Calibri"/>
              </a:rPr>
              <a:t>2. License key entered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4048" y="1527048"/>
            <a:ext cx="3407664" cy="4983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4_home_search_sc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3790" y="1600200"/>
            <a:ext cx="2188180" cy="44805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04048" y="6126480"/>
            <a:ext cx="3407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7543A"/>
                </a:solidFill>
                <a:latin typeface="Calibri"/>
              </a:rPr>
              <a:t>3. Activated → home screen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7543A"/>
                </a:solidFill>
                <a:latin typeface="Calibri"/>
              </a:rPr>
              <a:t>Data Layer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  <a:latin typeface="Calibri"/>
              </a:rPr>
              <a:t>~20 screens moved off the legacy PHP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07543A"/>
                </a:solidFill>
              </a:rPr>
              <a:t>Search &amp; browse, sold report, design views —  </a:t>
            </a:r>
            <a:r>
              <a:rPr sz="1500">
                <a:solidFill>
                  <a:srgbClr val="222222"/>
                </a:solidFill>
              </a:rPr>
              <a:t>now call the ERP's real catalog API (GET /api/catalog/search, /designs, /sold-report).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07543A"/>
                </a:solidFill>
              </a:rPr>
              <a:t>Image management —  </a:t>
            </a:r>
            <a:r>
              <a:rPr sz="1500">
                <a:solidFill>
                  <a:srgbClr val="222222"/>
                </a:solidFill>
              </a:rPr>
              <a:t>list / set-primary / delete now hit real endpoints (rename &amp; bulk-delete have no server equivalent yet — flagged, not invented).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07543A"/>
                </a:solidFill>
              </a:rPr>
              <a:t>Exhibition, quotation &amp; billing —  </a:t>
            </a:r>
            <a:r>
              <a:rPr sz="1500">
                <a:solidFill>
                  <a:srgbClr val="222222"/>
                </a:solidFill>
              </a:rPr>
              <a:t>bridged to /api/catalog/orders and /api/sales/create — this bridge is best-effort and should get real device testing before being trusted with live sales.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07543A"/>
                </a:solidFill>
              </a:rPr>
              <a:t>Dead code removed —  </a:t>
            </a:r>
            <a:r>
              <a:rPr sz="1500">
                <a:solidFill>
                  <a:srgbClr val="222222"/>
                </a:solidFill>
              </a:rPr>
              <a:t>MultiImage_old.jsx deleted (confirmed unused).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7543A"/>
                </a:solidFill>
                <a:latin typeface="Calibri"/>
              </a:rPr>
              <a:t>Decisions Made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  <a:latin typeface="Calibri"/>
              </a:rPr>
              <a:t>Resolved during this 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700">
                <a:solidFill>
                  <a:srgbClr val="07543A"/>
                </a:solidFill>
              </a:rPr>
              <a:t>Sold Report admin gate —  </a:t>
            </a:r>
            <a:r>
              <a:rPr sz="1600">
                <a:solidFill>
                  <a:srgbClr val="222222"/>
                </a:solidFill>
              </a:rPr>
              <a:t>now checks a real ERP login, restricted to Client Admin / Super Admin roles (was previously tied to a legacy floor_id concept that no longer exists).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07543A"/>
                </a:solidFill>
              </a:rPr>
              <a:t>Known, documented gaps —  </a:t>
            </a:r>
            <a:r>
              <a:rPr sz="1600">
                <a:solidFill>
                  <a:srgbClr val="222222"/>
                </a:solidFill>
              </a:rPr>
              <a:t>no metal-type master, no batch tag lookup, no savings-scheme group/member lookup endpoint, design filtering now done client-side. These are flagged in code comments rather than silently guessed at.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7543A"/>
                </a:solidFill>
                <a:latin typeface="Calibri"/>
              </a:rPr>
              <a:t>Run It — Backend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server/  (Node.js + Express + PostgreSQL)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10515600" cy="4297680"/>
          </a:xfrm>
          <a:prstGeom prst="round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/>
            <a:r>
              <a:rPr sz="1300">
                <a:solidFill>
                  <a:srgbClr val="D4D4D4"/>
                </a:solidFill>
                <a:latin typeface="Menlo"/>
              </a:rPr>
              <a:t>cd server</a:t>
            </a:r>
          </a:p>
          <a:p>
            <a:r>
              <a:rPr sz="1300">
                <a:solidFill>
                  <a:srgbClr val="D4D4D4"/>
                </a:solidFill>
                <a:latin typeface="Menlo"/>
              </a:rPr>
              <a:t>npm install</a:t>
            </a:r>
          </a:p>
          <a:p>
            <a:r>
              <a:rPr sz="1300">
                <a:solidFill>
                  <a:srgbClr val="D4D4D4"/>
                </a:solidFill>
                <a:latin typeface="Menlo"/>
              </a:rPr>
              <a:t>cp .env.example .env        # edit DB credentials if needed</a:t>
            </a:r>
          </a:p>
          <a:p>
            <a:r>
              <a:rPr sz="1300">
                <a:solidFill>
                  <a:srgbClr val="D4D4D4"/>
                </a:solidFill>
                <a:latin typeface="Menlo"/>
              </a:rPr>
              <a:t>npm run migrate             # creates/updates all tables</a:t>
            </a:r>
          </a:p>
          <a:p>
            <a:r>
              <a:rPr sz="1300">
                <a:solidFill>
                  <a:srgbClr val="D4D4D4"/>
                </a:solidFill>
                <a:latin typeface="Menlo"/>
              </a:rPr>
              <a:t>npm run seed                # master data + super admin (first time only)</a:t>
            </a:r>
          </a:p>
          <a:p>
            <a:r>
              <a:rPr sz="1300">
                <a:solidFill>
                  <a:srgbClr val="D4D4D4"/>
                </a:solidFill>
                <a:latin typeface="Menlo"/>
              </a:rPr>
              <a:t>npm run dev                 # starts on http://localhost:5001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Default DB: PostgreSQL "JewelleryERP" on localhost:5432 — see server/.env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7543A"/>
                </a:solidFill>
                <a:latin typeface="Calibri"/>
              </a:rPr>
              <a:t>Run It — ERP Client (Super Admin Dashboard)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client/  (React + Vite)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10515600" cy="4297680"/>
          </a:xfrm>
          <a:prstGeom prst="round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/>
            <a:r>
              <a:rPr sz="1300">
                <a:solidFill>
                  <a:srgbClr val="D4D4D4"/>
                </a:solidFill>
                <a:latin typeface="Menlo"/>
              </a:rPr>
              <a:t>cd client</a:t>
            </a:r>
          </a:p>
          <a:p>
            <a:r>
              <a:rPr sz="1300">
                <a:solidFill>
                  <a:srgbClr val="D4D4D4"/>
                </a:solidFill>
                <a:latin typeface="Menlo"/>
              </a:rPr>
              <a:t>npm install</a:t>
            </a:r>
          </a:p>
          <a:p>
            <a:r>
              <a:rPr sz="1300">
                <a:solidFill>
                  <a:srgbClr val="D4D4D4"/>
                </a:solidFill>
                <a:latin typeface="Menlo"/>
              </a:rPr>
              <a:t>npm run dev                 # starts on http://localhost:5173</a:t>
            </a:r>
          </a:p>
          <a:p/>
          <a:p>
            <a:r>
              <a:rPr sz="1300">
                <a:solidFill>
                  <a:srgbClr val="6A9955"/>
                </a:solidFill>
                <a:latin typeface="Menlo"/>
              </a:rPr>
              <a:t># Login</a:t>
            </a:r>
          </a:p>
          <a:p>
            <a:r>
              <a:rPr sz="1300">
                <a:solidFill>
                  <a:srgbClr val="6A9955"/>
                </a:solidFill>
                <a:latin typeface="Menlo"/>
              </a:rPr>
              <a:t>#   Tenant ID:  SA_MASTER</a:t>
            </a:r>
          </a:p>
          <a:p>
            <a:r>
              <a:rPr sz="1300">
                <a:solidFill>
                  <a:srgbClr val="6A9955"/>
                </a:solidFill>
                <a:latin typeface="Menlo"/>
              </a:rPr>
              <a:t>#   Username:   superadmin</a:t>
            </a:r>
          </a:p>
          <a:p>
            <a:r>
              <a:rPr sz="1300">
                <a:solidFill>
                  <a:srgbClr val="6A9955"/>
                </a:solidFill>
                <a:latin typeface="Menlo"/>
              </a:rPr>
              <a:t>#   Password:   SuperAdmin@2026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Use the Super Admin dashboard to Add Branch / Issue New License Key for any tenant.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7543A"/>
                </a:solidFill>
                <a:latin typeface="Calibri"/>
              </a:rPr>
              <a:t>Run It — Image App (Dev / Browser Preview)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Image_App/  (React + Capacitor)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10515600" cy="4297680"/>
          </a:xfrm>
          <a:prstGeom prst="round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/>
            <a:r>
              <a:rPr sz="1300">
                <a:solidFill>
                  <a:srgbClr val="D4D4D4"/>
                </a:solidFill>
                <a:latin typeface="Menlo"/>
              </a:rPr>
              <a:t>cd Image_App</a:t>
            </a:r>
          </a:p>
          <a:p>
            <a:r>
              <a:rPr sz="1300">
                <a:solidFill>
                  <a:srgbClr val="D4D4D4"/>
                </a:solidFill>
                <a:latin typeface="Menlo"/>
              </a:rPr>
              <a:t>npm install --legacy-peer-deps</a:t>
            </a:r>
          </a:p>
          <a:p>
            <a:r>
              <a:rPr sz="1300">
                <a:solidFill>
                  <a:srgbClr val="D4D4D4"/>
                </a:solidFill>
                <a:latin typeface="Menlo"/>
              </a:rPr>
              <a:t>npm start                   # starts on http://localhost:3000</a:t>
            </a:r>
          </a:p>
          <a:p/>
          <a:p>
            <a:r>
              <a:rPr sz="1300">
                <a:solidFill>
                  <a:srgbClr val="6A9955"/>
                </a:solidFill>
                <a:latin typeface="Menlo"/>
              </a:rPr>
              <a:t># .env must point at the ERP server:</a:t>
            </a:r>
          </a:p>
          <a:p>
            <a:r>
              <a:rPr sz="1300">
                <a:solidFill>
                  <a:srgbClr val="6A9955"/>
                </a:solidFill>
                <a:latin typeface="Menlo"/>
              </a:rPr>
              <a:t>#   REACT_APP_ERP_API_URL=http://localhost:5001/api</a:t>
            </a:r>
          </a:p>
          <a:p/>
          <a:p>
            <a:r>
              <a:rPr sz="1300">
                <a:solidFill>
                  <a:srgbClr val="6A9955"/>
                </a:solidFill>
                <a:latin typeface="Menlo"/>
              </a:rPr>
              <a:t># Activate with a license key issued from the Super Admin dashboard</a:t>
            </a:r>
          </a:p>
          <a:p>
            <a:r>
              <a:rPr sz="1300">
                <a:solidFill>
                  <a:srgbClr val="6A9955"/>
                </a:solidFill>
                <a:latin typeface="Menlo"/>
              </a:rPr>
              <a:t># (e.g. one generated via "Issue New License Key")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--legacy-peer-deps works around a pre-existing Capacitor plugin version conflict.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7543A"/>
                </a:solidFill>
                <a:latin typeface="Calibri"/>
              </a:rPr>
              <a:t>Build For Android / iOS (Capacitor)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Image_App/  — production build + native sync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10515600" cy="4297680"/>
          </a:xfrm>
          <a:prstGeom prst="round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/>
            <a:r>
              <a:rPr sz="1300">
                <a:solidFill>
                  <a:srgbClr val="D4D4D4"/>
                </a:solidFill>
                <a:latin typeface="Menlo"/>
              </a:rPr>
              <a:t>cd Image_App</a:t>
            </a:r>
          </a:p>
          <a:p>
            <a:r>
              <a:rPr sz="1300">
                <a:solidFill>
                  <a:srgbClr val="D4D4D4"/>
                </a:solidFill>
                <a:latin typeface="Menlo"/>
              </a:rPr>
              <a:t>npm run build                # production web build (react-scripts build)</a:t>
            </a:r>
          </a:p>
          <a:p>
            <a:r>
              <a:rPr sz="1300">
                <a:solidFill>
                  <a:srgbClr val="D4D4D4"/>
                </a:solidFill>
                <a:latin typeface="Menlo"/>
              </a:rPr>
              <a:t>npx cap sync                 # copies web build into android/ and ios/ projects</a:t>
            </a:r>
          </a:p>
          <a:p/>
          <a:p>
            <a:r>
              <a:rPr sz="1300">
                <a:solidFill>
                  <a:srgbClr val="6A9955"/>
                </a:solidFill>
                <a:latin typeface="Menlo"/>
              </a:rPr>
              <a:t># Android</a:t>
            </a:r>
          </a:p>
          <a:p>
            <a:r>
              <a:rPr sz="1300">
                <a:solidFill>
                  <a:srgbClr val="D4D4D4"/>
                </a:solidFill>
                <a:latin typeface="Menlo"/>
              </a:rPr>
              <a:t>npx cap open android          # opens Android Studio -&gt; Build &gt; Generate Signed Bundle/APK</a:t>
            </a:r>
          </a:p>
          <a:p/>
          <a:p>
            <a:r>
              <a:rPr sz="1300">
                <a:solidFill>
                  <a:srgbClr val="6A9955"/>
                </a:solidFill>
                <a:latin typeface="Menlo"/>
              </a:rPr>
              <a:t># iOS</a:t>
            </a:r>
          </a:p>
          <a:p>
            <a:r>
              <a:rPr sz="1300">
                <a:solidFill>
                  <a:srgbClr val="D4D4D4"/>
                </a:solidFill>
                <a:latin typeface="Menlo"/>
              </a:rPr>
              <a:t>npx cap open ios              # opens Xcode -&gt; Product &gt; Archive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The Savings App (savings_app/frontend) follows the same npm install / start / build / cap sync pattern.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7543A"/>
                </a:solidFill>
                <a:latin typeface="Calibr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800">
                <a:solidFill>
                  <a:srgbClr val="07543A"/>
                </a:solidFill>
              </a:rPr>
              <a:t>Test the billing bridge —  </a:t>
            </a:r>
            <a:r>
              <a:rPr sz="1700">
                <a:solidFill>
                  <a:srgbClr val="222222"/>
                </a:solidFill>
              </a:rPr>
              <a:t>run a real quotation → bill flow on a device before relying on it for actual sales.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07543A"/>
                </a:solidFill>
              </a:rPr>
              <a:t>Decide on scheme-group / old-gold-exchange mapping —  </a:t>
            </a:r>
            <a:r>
              <a:rPr sz="1700">
                <a:solidFill>
                  <a:srgbClr val="222222"/>
                </a:solidFill>
              </a:rPr>
              <a:t>no safe automatic mapping exists between the legacy weight-based model and the ERP's own scheme tables.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07543A"/>
                </a:solidFill>
              </a:rPr>
              <a:t>Ship-readiness —  </a:t>
            </a:r>
            <a:r>
              <a:rPr sz="1700">
                <a:solidFill>
                  <a:srgbClr val="222222"/>
                </a:solidFill>
              </a:rPr>
              <a:t>production build now compiles cleanly after fixing an unrelated pre-existing dependency conflict (@awesome-cordova-plugins/core version mismatch).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Jewellery ERP  —  Image App &amp; Scheme App Migration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